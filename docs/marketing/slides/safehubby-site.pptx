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fehubby" id="{c0914b6c-0dff-81b6-1e96-9f241debb607}">
          <p14:sldIdLst>
            <p14:sldId id="256"/>
          </p14:sldIdLst>
        </p14:section>
        <p14:section name="The website" id="{84707f7a-4729-fbe5-15f7-e218f9812939}">
          <p14:sldIdLst>
            <p14:sldId id="257"/>
            <p14:sldId id="258"/>
          </p14:sldIdLst>
        </p14:section>
        <p14:section name="The customer’s app" id="{9e7a5351-4f97-18cb-0f80-512e6d85c83b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The Wingman Club" id="{7a27f7fa-a527-b86d-c989-29692c2855e5}">
          <p14:sldIdLst>
            <p14:sldId id="268"/>
            <p14:sldId id="269"/>
          </p14:sldIdLst>
        </p14:section>
        <p14:section name="The assistants’ portal" id="{3a810a82-28e2-9734-3045-abe5c2f733cd}">
          <p14:sldIdLst>
            <p14:sldId id="270"/>
            <p14:sldId id="271"/>
          </p14:sldIdLst>
        </p14:section>
        <p14:section name="The management portal" id="{69d386a4-0ec6-05de-9630-0e9f1a69b131}">
          <p14:sldIdLst>
            <p14:sldId id="272"/>
            <p14:sldId id="273"/>
          </p14:sldIdLst>
        </p14:section>
        <p14:section name="Behind the scenes" id="{f18f055a-3914-4964-8873-c83d91f91fb3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walk through every screen: the customer’s app, the Wingman Club, the assistants’ portal and the management portal. Screenshots use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Stripe keys and Stripe Issuing approval before real money moves. PayPal and plan subscriptions are not charged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4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endParaRPr lang="en-US" sz="1800" dirty="0"/>
          </a:p>
        </p:txBody>
      </p:sp>
      <p:pic>
        <p:nvPicPr>
          <p:cNvPr id="5" name="Image 0" descr="/home/user/Stella-ai-assistant-/docs/marketing/slides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89320"/>
            <a:ext cx="384048" cy="38404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97280" y="5989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Safehubby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 man in a suit beside a private jet and a black SUV at sunse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pic>
        <p:nvPicPr>
          <p:cNvPr id="4" name="Image 1" descr="Safehubby shield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1097280" cy="1097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chemeClr val="accent2"/>
                </a:solidFill>
              </a:rPr>
              <a:t>THE ENTIRE SITE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794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Safehubby</a:t>
            </a:r>
            <a:endParaRPr lang="en-US" sz="66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Real people. For anything. Puerto Rico · 24/7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WEBSITE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front door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The jet-and-G-Wagon photo, one gold button to create an account, and what Safehubby does: assistants, errands, rides, things handled for you, and safety.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The front d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The front do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WEBSITE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Who we are, and the way in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Leadership and the mission, then a quiet footer: Contact, Press, Terms, Privacy, the Employee and Management portals, and “Various payment methods accepted.”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Who we are, and the way 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Who we are, and the way 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CUSTOMER’S APP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Home: one big ask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“Hello, Maria.” A gold “Speak with your assistant” button, Get a ride and Games beside it, and a fold-out list of everything an assistant can do.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Home: one big 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Home: one big a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CUSTOMER’S APP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Games, and Get help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Games for the group, right from home. Get help opens on the jet photo with just two tabs: Send an assistant, and Rides.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Games, and Get hel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Games, and Get hel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CUSTOMER’S APP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Ask an assistant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One grid of nine choices, one “What do you need?” box, one Send it. No prices on screen — the cost is emailed. Each request has its own page with a Send box, the map, and who is with her.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Ask an assist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Ask an assist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CUSTOMER’S APP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Rides, on the map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Drop a pin and someone books the ride for you. The moment a driver is assigned, a map pops up with who is coming and buttons to call or text.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Rides, on the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Rides, on the 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CUSTOMER’S APP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How it works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Four steps: tell us what you need, choose your assistant, follow it from your phone, pay only for what was used. Then what each plan includes and costs.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How it wor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How it wor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CUSTOMER’S APP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Payments and plans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Your plan, an ATH Móvil balance, your card or PayPal. Premium ($89.99), Premium Plus ($99.99) and Family ($539.94) a month, side by side.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ayments and pla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Payments and pla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CUSTOMER’S APP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Elite, and watching over someone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Elite memberships from $1,500 a month: jets, villas, yachts and a 24/7 desk. Watch lets family follow a night out with check-ins and SOS, always free.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lite, and watching over some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Elite, and watching over some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CUSTOMER’S APP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Your account, your alerts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Your plan at a glance, and alerts by text, by email, or both. Each says only “open the app” — never a place or an amount.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Your account, your al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Your account, your ale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EN ESPAÑOL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Hola, Maria.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One tap on ES and the home screen and Get help speak Spanish: “Habla con tu asistente”, “Pide un viaje”, and every choice — Acompañar a alguien, Sacar una cita, Trámites.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Hola, Mar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Hola, Maria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WINGMAN CLUB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By invitation only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Your club assistant signs in with their own key, sees how the business is doing, and invites customers. Only then does the club appear on their home screen.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By invitation on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By invitation on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WINGMAN CLUB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One evening a month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Cigars, bourbon, events and the sky — one pick a month for the whole club, a cigar and a drink at every event, and a club assistant who arranges anything a member asks.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One evening a mon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One evening a mon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ASSISTANTS’ PORTAL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Every assistant’s own sign-in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Requests from customers, alerts by phone, text or email. Open a request to chat, send photos — and hand the legwork to a runner. The customer never sees the runner.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very assistant’s own sign-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Every assistant’s own sign-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ASSISTANTS’ PORTAL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How assistants are paid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Pay rates published up front — $35 an hour in Puerto Rico — paid every 14 days, with 10% held back for Hacienda unless they have an exemption certificate.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24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How assistants are pa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MANAGEMENT PORTAL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whole business, one place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You, your secretary and your club assistant sign in here, each seeing only what their key allows: the club desk, customers, errands in progress, hiring and pickups.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38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The whole business, one pl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933602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The whole business, one pl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THE MANAGEMENT PORTAL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Money, prices and the access log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What was charged, what is owed to assistants, what is held back for Hacienda, the launch checklist and pricing controls — and a log of every look.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24544" y="649224"/>
            <a:ext cx="2606040" cy="5559552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Money, prices and the access 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685800"/>
            <a:ext cx="2532888" cy="54864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03504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BEHIND THE SCENES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money moves</a:t>
            </a:r>
            <a:endParaRPr lang="en-US" sz="4000" dirty="0"/>
          </a:p>
        </p:txBody>
      </p:sp>
      <p:sp>
        <p:nvSpPr>
          <p:cNvPr id="4" name="card-0"/>
          <p:cNvSpPr/>
          <p:nvPr/>
        </p:nvSpPr>
        <p:spPr>
          <a:xfrm>
            <a:off x="640080" y="2377440"/>
            <a:ext cx="3474720" cy="3291840"/>
          </a:xfrm>
          <a:prstGeom prst="roundRect">
            <a:avLst>
              <a:gd name="adj" fmla="val 4167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697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pays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3375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Their saved card is held through Stripe when they ask, charged only what was spent when it’s done, and emailed both amounts.</a:t>
            </a:r>
            <a:endParaRPr lang="en-US" sz="1600" dirty="0"/>
          </a:p>
        </p:txBody>
      </p:sp>
      <p:sp>
        <p:nvSpPr>
          <p:cNvPr id="7" name="card-1"/>
          <p:cNvSpPr/>
          <p:nvPr/>
        </p:nvSpPr>
        <p:spPr>
          <a:xfrm>
            <a:off x="4343400" y="2377440"/>
            <a:ext cx="3474720" cy="3291840"/>
          </a:xfrm>
          <a:prstGeom prst="roundRect">
            <a:avLst>
              <a:gd name="adj" fmla="val 4167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697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assistant spends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3375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one-task Stripe card capped at the limit. Stripe shows the number in their portal; they can add it to Apple Wallet.</a:t>
            </a:r>
            <a:endParaRPr lang="en-US" sz="1600" dirty="0"/>
          </a:p>
        </p:txBody>
      </p:sp>
      <p:sp>
        <p:nvSpPr>
          <p:cNvPr id="10" name="card-2"/>
          <p:cNvSpPr/>
          <p:nvPr/>
        </p:nvSpPr>
        <p:spPr>
          <a:xfrm>
            <a:off x="8046720" y="2377440"/>
            <a:ext cx="3474720" cy="3291840"/>
          </a:xfrm>
          <a:prstGeom prst="roundRect">
            <a:avLst>
              <a:gd name="adj" fmla="val 4167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2697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assistant is paid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3375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Every 14 days, worked out for you, with 10% held back for Hacienda in Puerto Rico. You send it from the bank or ATH Business.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 glass of bourbon and a cigar on an oak barre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/>
        </p:spPr>
      </p:sp>
      <p:pic>
        <p:nvPicPr>
          <p:cNvPr id="4" name="Image 1" descr="Safehubby shield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3794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safehubby.com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800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contact@safehubby.com · Puerto Rico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hubby">
  <a:themeElements>
    <a:clrScheme name="Safehubby">
      <a:dk1>
        <a:srgbClr val="0A0E1A"/>
      </a:dk1>
      <a:lt1>
        <a:srgbClr val="FBF6EA"/>
      </a:lt1>
      <a:dk2>
        <a:srgbClr val="1A1410"/>
      </a:dk2>
      <a:lt2>
        <a:srgbClr val="D9CDB4"/>
      </a:lt2>
      <a:accent1>
        <a:srgbClr val="C99A4C"/>
      </a:accent1>
      <a:accent2>
        <a:srgbClr val="E6CF9D"/>
      </a:accent2>
      <a:accent3>
        <a:srgbClr val="0F1626"/>
      </a:accent3>
      <a:accent4>
        <a:srgbClr val="8F8670"/>
      </a:accent4>
      <a:accent5>
        <a:srgbClr val="F3E2B3"/>
      </a:accent5>
      <a:accent6>
        <a:srgbClr val="241C14"/>
      </a:accent6>
      <a:hlink>
        <a:srgbClr val="E6CF9D"/>
      </a:hlink>
      <a:folHlink>
        <a:srgbClr val="C99A4C"/>
      </a:folHlink>
    </a:clrScheme>
    <a:fontScheme name="Safehubb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Safehubby — The Entire Site</dc:title>
  <dc:subject>PptxGenJS Presentation</dc:subject>
  <dc:creator>PptxGenJS</dc:creator>
  <cp:lastModifiedBy>PptxGenJS</cp:lastModifiedBy>
  <cp:revision>1</cp:revision>
  <dcterms:created xsi:type="dcterms:W3CDTF">2026-10-17T04:10:36Z</dcterms:created>
  <dcterms:modified xsi:type="dcterms:W3CDTF">2026-10-17T04:10:36Z</dcterms:modified>
</cp:coreProperties>
</file>